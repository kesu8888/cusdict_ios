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60"/>
    <p:restoredTop sz="94694"/>
  </p:normalViewPr>
  <p:slideViewPr>
    <p:cSldViewPr snapToGrid="0">
      <p:cViewPr varScale="1">
        <p:scale>
          <a:sx n="103" d="100"/>
          <a:sy n="103" d="100"/>
        </p:scale>
        <p:origin x="208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EC064-DE99-8C4E-CFC5-8764C4DAB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592DDA-E4E7-DA36-AF9D-7FD44C8D5A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4DA42-E674-1202-71AB-016F8A845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1670F-7B4B-321D-97A5-37B2976C8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8E857-2D78-8DAD-B8B9-EB5F4664C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2722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EB4CF-0A44-A8A9-3C4F-1FB87A687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E20DB-629D-80E5-E561-E58244BA7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A320D-BA0D-0EA0-365E-065664BB6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6BBE6-340C-99A9-2524-AD428FC6A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0D312-9A43-8655-ABE3-541284F7D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11711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88CF5-D00C-6B5E-D2EC-F9AEC531D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67D9E-C45E-4CCD-5342-FD417C85F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4C00E-B6AF-DD18-E6AA-6DC16678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5E099-E7CF-DDB5-0688-BF44BA527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3B6FE-A8FB-B604-EAAE-92C5A38C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88774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757ED-B077-EDF8-8D4A-F217CE28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8E76C-701F-BEDF-186D-149F5130F3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2433E3-C1A3-1CA7-94D0-0A17406D8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8D802-926A-72D9-AAB1-7E22834C4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95CF6C-F184-10AA-A65A-87DFBF6E4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318FDB-03B6-5A77-7070-2F9DBB1F7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98623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B6593-7FB0-939F-8D28-DCE7B7EC9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FE2B4-8753-DC2C-5421-507A29D06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C33EA-75DD-FEB0-4B9E-CDA0D01B1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27BF04-7357-719C-CF15-14B842A36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5A7AD0-1793-68FD-8B98-CA6D7B332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0F4B4C-19DC-EDA5-DC5F-F8E124CB4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6AD08E-1E46-C7E6-0E64-9697CD066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8BE10E-0C9A-C579-9F9A-AE26E08F4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06860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A59C3-A8A4-F263-94F9-C87985A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702EC7-DC4B-7BDD-D611-4A4784BCE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94C7EE-AD9C-B427-002A-388AC5536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87035-D40D-3E49-FD03-4FFD8EA96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9568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C4D9A6-1DAF-4745-B918-0329D1F09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9578E8-7172-79CE-E2D7-0E7F65C8C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23A3C-CA09-A5F6-1C7B-4435AA5B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24960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1A8DE-E3AF-53B2-8625-C439BB3F2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E02E1-02D2-3323-FA88-4B0035BD7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50725D-4958-7445-F37B-37AEAC902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126FA3-88F1-B389-2B80-A5EB9999A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5EC519-D10A-E690-ED2B-677F518A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41CAAA-8411-D86B-F597-096EF1B7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37396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22880-C841-57C0-5398-C8C9DA617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9729D5-115F-0778-21D7-C88477E687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5E9B9D-B213-3F5B-F6C7-0E36840B8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80B8B4-E222-8CC4-6EC3-89AF4029C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5D681-BE7E-1D51-B1DE-E3D7F238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DDB9CE-1A8A-395E-B5DC-2151425F2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78521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B81C9-8B8C-2B01-FC07-F3971A095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B9183C-AD95-4F24-A575-3FE80F37D7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E4A74-10F4-ABBA-C73D-21B24C1BC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C2C443-E596-D29E-B011-E44220054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4AA97-3A79-094C-D974-FE419CA51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907649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774DFB-C1DB-DCC8-6B4D-53FFF096ED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53060D-0EC6-5E04-FAF1-5CBF7DDF98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B7FFA-0E09-D103-9E9C-6A6BBCB2A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8CEF9A-DB7C-3488-0FD5-9B220B75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5B7CF-4165-925F-7717-46FF51F40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0401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C901C-F7BB-6231-6121-F1D695E55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8DBE99-7CBE-D195-3443-311F4A15A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C9DDCE-6872-B6E7-6163-C057754E9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D8AB15-54DA-BC48-9BAB-770E2E857439}" type="datetimeFigureOut">
              <a:rPr lang="en-CN" smtClean="0"/>
              <a:t>2024/12/6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7ADE16-8541-F217-501F-F6982D95B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D1CBE-EB6D-5842-BA85-D24ADC6F1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87825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69859CD-8B8A-AD22-5BA9-7D195A04C0B4}"/>
              </a:ext>
            </a:extLst>
          </p:cNvPr>
          <p:cNvSpPr/>
          <p:nvPr/>
        </p:nvSpPr>
        <p:spPr>
          <a:xfrm>
            <a:off x="606392" y="413886"/>
            <a:ext cx="10886172" cy="61697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16259-AC5A-4C7C-9984-66A7CEF02781}"/>
              </a:ext>
            </a:extLst>
          </p:cNvPr>
          <p:cNvSpPr txBox="1"/>
          <p:nvPr/>
        </p:nvSpPr>
        <p:spPr>
          <a:xfrm>
            <a:off x="615301" y="413886"/>
            <a:ext cx="1319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mainFolder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196FE9-1DD8-4753-454D-858C658B4693}"/>
              </a:ext>
            </a:extLst>
          </p:cNvPr>
          <p:cNvSpPr/>
          <p:nvPr/>
        </p:nvSpPr>
        <p:spPr>
          <a:xfrm>
            <a:off x="1022449" y="780630"/>
            <a:ext cx="10165882" cy="569013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D6370-78C3-56D8-4F63-E0DCD883525F}"/>
              </a:ext>
            </a:extLst>
          </p:cNvPr>
          <p:cNvSpPr txBox="1"/>
          <p:nvPr/>
        </p:nvSpPr>
        <p:spPr>
          <a:xfrm>
            <a:off x="1031358" y="780630"/>
            <a:ext cx="765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folder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7406CD-C143-7E1F-F7A3-51330DC4F57A}"/>
              </a:ext>
            </a:extLst>
          </p:cNvPr>
          <p:cNvSpPr/>
          <p:nvPr/>
        </p:nvSpPr>
        <p:spPr>
          <a:xfrm>
            <a:off x="1403967" y="1149962"/>
            <a:ext cx="9384065" cy="51443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4BAAA-D54B-29AA-EFB9-F2AC1B95AD62}"/>
              </a:ext>
            </a:extLst>
          </p:cNvPr>
          <p:cNvSpPr txBox="1"/>
          <p:nvPr/>
        </p:nvSpPr>
        <p:spPr>
          <a:xfrm>
            <a:off x="1403967" y="1149962"/>
            <a:ext cx="97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wordlist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122DF7A-8283-65FD-33E6-60F112CB45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034455"/>
              </p:ext>
            </p:extLst>
          </p:nvPr>
        </p:nvGraphicFramePr>
        <p:xfrm>
          <a:off x="2656430" y="450034"/>
          <a:ext cx="1039671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671">
                  <a:extLst>
                    <a:ext uri="{9D8B030D-6E8A-4147-A177-3AD203B41FA5}">
                      <a16:colId xmlns:a16="http://schemas.microsoft.com/office/drawing/2014/main" val="4195830450"/>
                    </a:ext>
                  </a:extLst>
                </a:gridCol>
              </a:tblGrid>
              <a:tr h="246972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FolderName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394240"/>
                  </a:ext>
                </a:extLst>
              </a:tr>
            </a:tbl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4A85278B-5C5E-23B4-6854-8315ECCE88D7}"/>
              </a:ext>
            </a:extLst>
          </p:cNvPr>
          <p:cNvSpPr/>
          <p:nvPr/>
        </p:nvSpPr>
        <p:spPr>
          <a:xfrm>
            <a:off x="1716646" y="1525813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70672E-6128-66F3-27A7-B3A392D74E7C}"/>
              </a:ext>
            </a:extLst>
          </p:cNvPr>
          <p:cNvSpPr/>
          <p:nvPr/>
        </p:nvSpPr>
        <p:spPr>
          <a:xfrm>
            <a:off x="3696101" y="1525813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18EF47-D1C4-C34A-D871-BE6F1CCAA6D6}"/>
              </a:ext>
            </a:extLst>
          </p:cNvPr>
          <p:cNvSpPr/>
          <p:nvPr/>
        </p:nvSpPr>
        <p:spPr>
          <a:xfrm>
            <a:off x="5682405" y="1525813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709708-2BB8-0991-135D-B68CFAEFA450}"/>
              </a:ext>
            </a:extLst>
          </p:cNvPr>
          <p:cNvSpPr/>
          <p:nvPr/>
        </p:nvSpPr>
        <p:spPr>
          <a:xfrm>
            <a:off x="7712157" y="1525813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08EFA5-98A8-5AD8-B62E-4B93F721B49C}"/>
              </a:ext>
            </a:extLst>
          </p:cNvPr>
          <p:cNvSpPr/>
          <p:nvPr/>
        </p:nvSpPr>
        <p:spPr>
          <a:xfrm>
            <a:off x="1716646" y="2775364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45E098-365C-A5EB-4D65-761EE6579F76}"/>
              </a:ext>
            </a:extLst>
          </p:cNvPr>
          <p:cNvSpPr/>
          <p:nvPr/>
        </p:nvSpPr>
        <p:spPr>
          <a:xfrm>
            <a:off x="3696101" y="2775364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B5D905-E347-24A1-C4A6-DEE4E4B57CAE}"/>
              </a:ext>
            </a:extLst>
          </p:cNvPr>
          <p:cNvSpPr/>
          <p:nvPr/>
        </p:nvSpPr>
        <p:spPr>
          <a:xfrm>
            <a:off x="5682405" y="2775364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80E4531-3096-F962-A803-29447F80AADA}"/>
              </a:ext>
            </a:extLst>
          </p:cNvPr>
          <p:cNvSpPr/>
          <p:nvPr/>
        </p:nvSpPr>
        <p:spPr>
          <a:xfrm>
            <a:off x="7712157" y="2775364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F1B2EF9-EE13-C976-A585-FB96DF0DF4A8}"/>
              </a:ext>
            </a:extLst>
          </p:cNvPr>
          <p:cNvSpPr/>
          <p:nvPr/>
        </p:nvSpPr>
        <p:spPr>
          <a:xfrm>
            <a:off x="1716646" y="3993735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F7C9256-D2F8-7B91-CA3E-42EE23862242}"/>
              </a:ext>
            </a:extLst>
          </p:cNvPr>
          <p:cNvSpPr/>
          <p:nvPr/>
        </p:nvSpPr>
        <p:spPr>
          <a:xfrm>
            <a:off x="3696101" y="3993735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543228-3D87-8AF8-FFB7-2BE9DC5A34B1}"/>
              </a:ext>
            </a:extLst>
          </p:cNvPr>
          <p:cNvSpPr/>
          <p:nvPr/>
        </p:nvSpPr>
        <p:spPr>
          <a:xfrm>
            <a:off x="5682405" y="3993735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F54FB-46C4-5907-B39C-22F5B7365CF8}"/>
              </a:ext>
            </a:extLst>
          </p:cNvPr>
          <p:cNvSpPr/>
          <p:nvPr/>
        </p:nvSpPr>
        <p:spPr>
          <a:xfrm>
            <a:off x="7712157" y="3993735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F003068-3186-3B67-7B21-AF98683024D3}"/>
              </a:ext>
            </a:extLst>
          </p:cNvPr>
          <p:cNvSpPr/>
          <p:nvPr/>
        </p:nvSpPr>
        <p:spPr>
          <a:xfrm>
            <a:off x="1716646" y="5191641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3CE189E-961C-12B0-5213-12233459E5F7}"/>
              </a:ext>
            </a:extLst>
          </p:cNvPr>
          <p:cNvSpPr/>
          <p:nvPr/>
        </p:nvSpPr>
        <p:spPr>
          <a:xfrm>
            <a:off x="3696101" y="5191641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3BA2011-59FA-2B19-51A2-8BF2EC543B5F}"/>
              </a:ext>
            </a:extLst>
          </p:cNvPr>
          <p:cNvSpPr/>
          <p:nvPr/>
        </p:nvSpPr>
        <p:spPr>
          <a:xfrm>
            <a:off x="5682405" y="5191641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76BA56-580C-F05C-640E-E338D311B6FF}"/>
              </a:ext>
            </a:extLst>
          </p:cNvPr>
          <p:cNvSpPr/>
          <p:nvPr/>
        </p:nvSpPr>
        <p:spPr>
          <a:xfrm>
            <a:off x="7712157" y="5191641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E23A76-469D-F709-3F88-1AE46BDBCBD9}"/>
              </a:ext>
            </a:extLst>
          </p:cNvPr>
          <p:cNvSpPr txBox="1"/>
          <p:nvPr/>
        </p:nvSpPr>
        <p:spPr>
          <a:xfrm>
            <a:off x="2020561" y="1642081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200" dirty="0"/>
              <a:t>.jpg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879AF9-4119-5A3E-E944-92C31DAE2F83}"/>
              </a:ext>
            </a:extLst>
          </p:cNvPr>
          <p:cNvSpPr txBox="1"/>
          <p:nvPr/>
        </p:nvSpPr>
        <p:spPr>
          <a:xfrm>
            <a:off x="2645797" y="1641590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200" dirty="0"/>
              <a:t>.png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231B82-918C-CD64-3903-E6FDB3EDFFED}"/>
              </a:ext>
            </a:extLst>
          </p:cNvPr>
          <p:cNvSpPr txBox="1"/>
          <p:nvPr/>
        </p:nvSpPr>
        <p:spPr>
          <a:xfrm>
            <a:off x="2106808" y="1951626"/>
            <a:ext cx="833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200" dirty="0"/>
              <a:t>pron.mp3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CA084874-EB68-F498-16DD-93E7CEECF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366703"/>
              </p:ext>
            </p:extLst>
          </p:nvPr>
        </p:nvGraphicFramePr>
        <p:xfrm>
          <a:off x="2656430" y="823686"/>
          <a:ext cx="4152692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173">
                  <a:extLst>
                    <a:ext uri="{9D8B030D-6E8A-4147-A177-3AD203B41FA5}">
                      <a16:colId xmlns:a16="http://schemas.microsoft.com/office/drawing/2014/main" val="775975800"/>
                    </a:ext>
                  </a:extLst>
                </a:gridCol>
                <a:gridCol w="1038173">
                  <a:extLst>
                    <a:ext uri="{9D8B030D-6E8A-4147-A177-3AD203B41FA5}">
                      <a16:colId xmlns:a16="http://schemas.microsoft.com/office/drawing/2014/main" val="2859882136"/>
                    </a:ext>
                  </a:extLst>
                </a:gridCol>
                <a:gridCol w="1038173">
                  <a:extLst>
                    <a:ext uri="{9D8B030D-6E8A-4147-A177-3AD203B41FA5}">
                      <a16:colId xmlns:a16="http://schemas.microsoft.com/office/drawing/2014/main" val="487424312"/>
                    </a:ext>
                  </a:extLst>
                </a:gridCol>
                <a:gridCol w="1038173">
                  <a:extLst>
                    <a:ext uri="{9D8B030D-6E8A-4147-A177-3AD203B41FA5}">
                      <a16:colId xmlns:a16="http://schemas.microsoft.com/office/drawing/2014/main" val="25368317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anguage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tart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40716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A0E599F-C489-6CB1-F150-EB4F88D2A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359693"/>
              </p:ext>
            </p:extLst>
          </p:nvPr>
        </p:nvGraphicFramePr>
        <p:xfrm>
          <a:off x="2656427" y="1197468"/>
          <a:ext cx="60719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1990">
                  <a:extLst>
                    <a:ext uri="{9D8B030D-6E8A-4147-A177-3AD203B41FA5}">
                      <a16:colId xmlns:a16="http://schemas.microsoft.com/office/drawing/2014/main" val="77597580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859882136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48066189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536831759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45088456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37746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Spell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passCount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ImageNo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TypeNo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Tag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40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8747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8416B91-C3E9-1A33-B23C-5E02BFB919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267750"/>
              </p:ext>
            </p:extLst>
          </p:nvPr>
        </p:nvGraphicFramePr>
        <p:xfrm>
          <a:off x="2681143" y="993731"/>
          <a:ext cx="1039671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671">
                  <a:extLst>
                    <a:ext uri="{9D8B030D-6E8A-4147-A177-3AD203B41FA5}">
                      <a16:colId xmlns:a16="http://schemas.microsoft.com/office/drawing/2014/main" val="4195830450"/>
                    </a:ext>
                  </a:extLst>
                </a:gridCol>
              </a:tblGrid>
              <a:tr h="246972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FolderName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3942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55E9BE7-B268-A2FF-5CEE-5C6AE9E20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801835"/>
              </p:ext>
            </p:extLst>
          </p:nvPr>
        </p:nvGraphicFramePr>
        <p:xfrm>
          <a:off x="2681142" y="2331210"/>
          <a:ext cx="476998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3996">
                  <a:extLst>
                    <a:ext uri="{9D8B030D-6E8A-4147-A177-3AD203B41FA5}">
                      <a16:colId xmlns:a16="http://schemas.microsoft.com/office/drawing/2014/main" val="775975800"/>
                    </a:ext>
                  </a:extLst>
                </a:gridCol>
                <a:gridCol w="953996">
                  <a:extLst>
                    <a:ext uri="{9D8B030D-6E8A-4147-A177-3AD203B41FA5}">
                      <a16:colId xmlns:a16="http://schemas.microsoft.com/office/drawing/2014/main" val="2859882136"/>
                    </a:ext>
                  </a:extLst>
                </a:gridCol>
                <a:gridCol w="953996">
                  <a:extLst>
                    <a:ext uri="{9D8B030D-6E8A-4147-A177-3AD203B41FA5}">
                      <a16:colId xmlns:a16="http://schemas.microsoft.com/office/drawing/2014/main" val="487424312"/>
                    </a:ext>
                  </a:extLst>
                </a:gridCol>
                <a:gridCol w="953996">
                  <a:extLst>
                    <a:ext uri="{9D8B030D-6E8A-4147-A177-3AD203B41FA5}">
                      <a16:colId xmlns:a16="http://schemas.microsoft.com/office/drawing/2014/main" val="2536831759"/>
                    </a:ext>
                  </a:extLst>
                </a:gridCol>
                <a:gridCol w="953996">
                  <a:extLst>
                    <a:ext uri="{9D8B030D-6E8A-4147-A177-3AD203B41FA5}">
                      <a16:colId xmlns:a16="http://schemas.microsoft.com/office/drawing/2014/main" val="41383341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anguage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tart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passCount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340716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57A7003-ADC6-C1DA-8C73-C86E61B586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481605"/>
              </p:ext>
            </p:extLst>
          </p:nvPr>
        </p:nvGraphicFramePr>
        <p:xfrm>
          <a:off x="2681143" y="3891111"/>
          <a:ext cx="60719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1990">
                  <a:extLst>
                    <a:ext uri="{9D8B030D-6E8A-4147-A177-3AD203B41FA5}">
                      <a16:colId xmlns:a16="http://schemas.microsoft.com/office/drawing/2014/main" val="77597580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859882136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48066189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536831759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45088456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37746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Spell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passCount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ImageNo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TypeNo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Tag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34071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ED440A5-7257-22A4-E324-2D35DD90D813}"/>
              </a:ext>
            </a:extLst>
          </p:cNvPr>
          <p:cNvSpPr txBox="1"/>
          <p:nvPr/>
        </p:nvSpPr>
        <p:spPr>
          <a:xfrm>
            <a:off x="5014677" y="135925"/>
            <a:ext cx="702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400" dirty="0">
                <a:highlight>
                  <a:srgbClr val="FFFF00"/>
                </a:highlight>
              </a:rPr>
              <a:t>Edit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49AA72-8852-E0D3-0B65-FD0B73C518B2}"/>
              </a:ext>
            </a:extLst>
          </p:cNvPr>
          <p:cNvSpPr txBox="1"/>
          <p:nvPr/>
        </p:nvSpPr>
        <p:spPr>
          <a:xfrm>
            <a:off x="2681143" y="4460788"/>
            <a:ext cx="6071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Spell: </a:t>
            </a:r>
          </a:p>
        </p:txBody>
      </p:sp>
    </p:spTree>
    <p:extLst>
      <p:ext uri="{BB962C8B-B14F-4D97-AF65-F5344CB8AC3E}">
        <p14:creationId xmlns:p14="http://schemas.microsoft.com/office/powerpoint/2010/main" val="1258520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565D19-E64E-41FE-C7F2-DC39ABD296D7}"/>
              </a:ext>
            </a:extLst>
          </p:cNvPr>
          <p:cNvSpPr txBox="1"/>
          <p:nvPr/>
        </p:nvSpPr>
        <p:spPr>
          <a:xfrm>
            <a:off x="5150068" y="336331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Design Idea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27E773D-6C6E-D48F-6EF4-1D0EAD1AA9AE}"/>
              </a:ext>
            </a:extLst>
          </p:cNvPr>
          <p:cNvSpPr/>
          <p:nvPr/>
        </p:nvSpPr>
        <p:spPr>
          <a:xfrm>
            <a:off x="1019503" y="861849"/>
            <a:ext cx="1996966" cy="2175641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49802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8222</TotalTime>
  <Words>44</Words>
  <Application>Microsoft Macintosh PowerPoint</Application>
  <PresentationFormat>Widescreen</PresentationFormat>
  <Paragraphs>32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 kaiqi</dc:creator>
  <cp:lastModifiedBy>Fu kaiqi</cp:lastModifiedBy>
  <cp:revision>5</cp:revision>
  <dcterms:created xsi:type="dcterms:W3CDTF">2024-11-29T03:09:02Z</dcterms:created>
  <dcterms:modified xsi:type="dcterms:W3CDTF">2024-12-06T11:00:53Z</dcterms:modified>
</cp:coreProperties>
</file>