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18"/>
    <p:restoredTop sz="94694"/>
  </p:normalViewPr>
  <p:slideViewPr>
    <p:cSldViewPr snapToGrid="0">
      <p:cViewPr varScale="1">
        <p:scale>
          <a:sx n="108" d="100"/>
          <a:sy n="108" d="100"/>
        </p:scale>
        <p:origin x="24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EC064-DE99-8C4E-CFC5-8764C4DAB0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592DDA-E4E7-DA36-AF9D-7FD44C8D5A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4DA42-E674-1202-71AB-016F8A845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8AB15-54DA-BC48-9BAB-770E2E857439}" type="datetimeFigureOut">
              <a:rPr lang="en-CN" smtClean="0"/>
              <a:t>2024/12/1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1670F-7B4B-321D-97A5-37B2976C8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8E857-2D78-8DAD-B8B9-EB5F4664C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FB149-8480-1C42-BF08-FDB6842D1DF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22722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B4CF-0A44-A8A9-3C4F-1FB87A687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E20DB-629D-80E5-E561-E58244BA7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A320D-BA0D-0EA0-365E-065664BB6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8AB15-54DA-BC48-9BAB-770E2E857439}" type="datetimeFigureOut">
              <a:rPr lang="en-CN" smtClean="0"/>
              <a:t>2024/12/1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6BBE6-340C-99A9-2524-AD428FC6A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0D312-9A43-8655-ABE3-541284F7D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FB149-8480-1C42-BF08-FDB6842D1DF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11711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88CF5-D00C-6B5E-D2EC-F9AEC531D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67D9E-C45E-4CCD-5342-FD417C85F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4C00E-B6AF-DD18-E6AA-6DC166787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8AB15-54DA-BC48-9BAB-770E2E857439}" type="datetimeFigureOut">
              <a:rPr lang="en-CN" smtClean="0"/>
              <a:t>2024/12/1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F5E099-E7CF-DDB5-0688-BF44BA527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3B6FE-A8FB-B604-EAAE-92C5A38C7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FB149-8480-1C42-BF08-FDB6842D1DF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88774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757ED-B077-EDF8-8D4A-F217CE283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8E76C-701F-BEDF-186D-149F5130F3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2433E3-C1A3-1CA7-94D0-0A17406D8E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18D802-926A-72D9-AAB1-7E22834C4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8AB15-54DA-BC48-9BAB-770E2E857439}" type="datetimeFigureOut">
              <a:rPr lang="en-CN" smtClean="0"/>
              <a:t>2024/12/1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95CF6C-F184-10AA-A65A-87DFBF6E4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318FDB-03B6-5A77-7070-2F9DBB1F7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FB149-8480-1C42-BF08-FDB6842D1DF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98623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B6593-7FB0-939F-8D28-DCE7B7EC9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1FE2B4-8753-DC2C-5421-507A29D06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EC33EA-75DD-FEB0-4B9E-CDA0D01B16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27BF04-7357-719C-CF15-14B842A363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5A7AD0-1793-68FD-8B98-CA6D7B332F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0F4B4C-19DC-EDA5-DC5F-F8E124CB4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8AB15-54DA-BC48-9BAB-770E2E857439}" type="datetimeFigureOut">
              <a:rPr lang="en-CN" smtClean="0"/>
              <a:t>2024/12/1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6AD08E-1E46-C7E6-0E64-9697CD066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8BE10E-0C9A-C579-9F9A-AE26E08F4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FB149-8480-1C42-BF08-FDB6842D1DF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06860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A59C3-A8A4-F263-94F9-C87985A62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702EC7-DC4B-7BDD-D611-4A4784BCE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8AB15-54DA-BC48-9BAB-770E2E857439}" type="datetimeFigureOut">
              <a:rPr lang="en-CN" smtClean="0"/>
              <a:t>2024/12/1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94C7EE-AD9C-B427-002A-388AC5536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787035-D40D-3E49-FD03-4FFD8EA96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FB149-8480-1C42-BF08-FDB6842D1DF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95680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C4D9A6-1DAF-4745-B918-0329D1F0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8AB15-54DA-BC48-9BAB-770E2E857439}" type="datetimeFigureOut">
              <a:rPr lang="en-CN" smtClean="0"/>
              <a:t>2024/12/1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9578E8-7172-79CE-E2D7-0E7F65C8C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623A3C-CA09-A5F6-1C7B-4435AA5B3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FB149-8480-1C42-BF08-FDB6842D1DF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24960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1A8DE-E3AF-53B2-8625-C439BB3F2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E02E1-02D2-3323-FA88-4B0035BD7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50725D-4958-7445-F37B-37AEAC902A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126FA3-88F1-B389-2B80-A5EB9999A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8AB15-54DA-BC48-9BAB-770E2E857439}" type="datetimeFigureOut">
              <a:rPr lang="en-CN" smtClean="0"/>
              <a:t>2024/12/1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5EC519-D10A-E690-ED2B-677F518A6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41CAAA-8411-D86B-F597-096EF1B77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FB149-8480-1C42-BF08-FDB6842D1DF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37396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22880-C841-57C0-5398-C8C9DA617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9729D5-115F-0778-21D7-C88477E687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5E9B9D-B213-3F5B-F6C7-0E36840B8D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80B8B4-E222-8CC4-6EC3-89AF4029C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8AB15-54DA-BC48-9BAB-770E2E857439}" type="datetimeFigureOut">
              <a:rPr lang="en-CN" smtClean="0"/>
              <a:t>2024/12/1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15D681-BE7E-1D51-B1DE-E3D7F2382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DDB9CE-1A8A-395E-B5DC-2151425F2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FB149-8480-1C42-BF08-FDB6842D1DF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78521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B81C9-8B8C-2B01-FC07-F3971A095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B9183C-AD95-4F24-A575-3FE80F37D7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E4A74-10F4-ABBA-C73D-21B24C1BC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8AB15-54DA-BC48-9BAB-770E2E857439}" type="datetimeFigureOut">
              <a:rPr lang="en-CN" smtClean="0"/>
              <a:t>2024/12/1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2C443-E596-D29E-B011-E44220054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C4AA97-3A79-094C-D974-FE419CA51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FB149-8480-1C42-BF08-FDB6842D1DF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90764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774DFB-C1DB-DCC8-6B4D-53FFF096ED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53060D-0EC6-5E04-FAF1-5CBF7DDF98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B7FFA-0E09-D103-9E9C-6A6BBCB2A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8AB15-54DA-BC48-9BAB-770E2E857439}" type="datetimeFigureOut">
              <a:rPr lang="en-CN" smtClean="0"/>
              <a:t>2024/12/1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CEF9A-DB7C-3488-0FD5-9B220B75B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5B7CF-4165-925F-7717-46FF51F40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FB149-8480-1C42-BF08-FDB6842D1DF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0401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3C901C-F7BB-6231-6121-F1D695E55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DBE99-7CBE-D195-3443-311F4A15A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9DDCE-6872-B6E7-6163-C057754E95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D8AB15-54DA-BC48-9BAB-770E2E857439}" type="datetimeFigureOut">
              <a:rPr lang="en-CN" smtClean="0"/>
              <a:t>2024/12/1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7ADE16-8541-F217-501F-F6982D95B5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D1CBE-EB6D-5842-BA85-D24ADC6F16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1FB149-8480-1C42-BF08-FDB6842D1DF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87825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9859CD-8B8A-AD22-5BA9-7D195A04C0B4}"/>
              </a:ext>
            </a:extLst>
          </p:cNvPr>
          <p:cNvSpPr/>
          <p:nvPr/>
        </p:nvSpPr>
        <p:spPr>
          <a:xfrm>
            <a:off x="606392" y="413886"/>
            <a:ext cx="10886172" cy="616979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016259-AC5A-4C7C-9984-66A7CEF02781}"/>
              </a:ext>
            </a:extLst>
          </p:cNvPr>
          <p:cNvSpPr txBox="1"/>
          <p:nvPr/>
        </p:nvSpPr>
        <p:spPr>
          <a:xfrm>
            <a:off x="615301" y="413886"/>
            <a:ext cx="1319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mainFolder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196FE9-1DD8-4753-454D-858C658B4693}"/>
              </a:ext>
            </a:extLst>
          </p:cNvPr>
          <p:cNvSpPr/>
          <p:nvPr/>
        </p:nvSpPr>
        <p:spPr>
          <a:xfrm>
            <a:off x="1022449" y="780630"/>
            <a:ext cx="10165882" cy="569013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ED6370-78C3-56D8-4F63-E0DCD883525F}"/>
              </a:ext>
            </a:extLst>
          </p:cNvPr>
          <p:cNvSpPr txBox="1"/>
          <p:nvPr/>
        </p:nvSpPr>
        <p:spPr>
          <a:xfrm>
            <a:off x="1031358" y="780630"/>
            <a:ext cx="765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folder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7406CD-C143-7E1F-F7A3-51330DC4F57A}"/>
              </a:ext>
            </a:extLst>
          </p:cNvPr>
          <p:cNvSpPr/>
          <p:nvPr/>
        </p:nvSpPr>
        <p:spPr>
          <a:xfrm>
            <a:off x="1403967" y="1149962"/>
            <a:ext cx="9384065" cy="51443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64BAAA-D54B-29AA-EFB9-F2AC1B95AD62}"/>
              </a:ext>
            </a:extLst>
          </p:cNvPr>
          <p:cNvSpPr txBox="1"/>
          <p:nvPr/>
        </p:nvSpPr>
        <p:spPr>
          <a:xfrm>
            <a:off x="1403967" y="1149962"/>
            <a:ext cx="979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wordlist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122DF7A-8283-65FD-33E6-60F112CB45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7034455"/>
              </p:ext>
            </p:extLst>
          </p:nvPr>
        </p:nvGraphicFramePr>
        <p:xfrm>
          <a:off x="2656430" y="450034"/>
          <a:ext cx="1039671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671">
                  <a:extLst>
                    <a:ext uri="{9D8B030D-6E8A-4147-A177-3AD203B41FA5}">
                      <a16:colId xmlns:a16="http://schemas.microsoft.com/office/drawing/2014/main" val="4195830450"/>
                    </a:ext>
                  </a:extLst>
                </a:gridCol>
              </a:tblGrid>
              <a:tr h="246972">
                <a:tc>
                  <a:txBody>
                    <a:bodyPr/>
                    <a:lstStyle/>
                    <a:p>
                      <a:r>
                        <a:rPr lang="en-CN" sz="1200" dirty="0">
                          <a:solidFill>
                            <a:schemeClr val="tx1"/>
                          </a:solidFill>
                        </a:rPr>
                        <a:t>FolderName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9394240"/>
                  </a:ext>
                </a:extLst>
              </a:tr>
            </a:tbl>
          </a:graphicData>
        </a:graphic>
      </p:graphicFrame>
      <p:sp>
        <p:nvSpPr>
          <p:cNvPr id="20" name="Rectangle 19">
            <a:extLst>
              <a:ext uri="{FF2B5EF4-FFF2-40B4-BE49-F238E27FC236}">
                <a16:creationId xmlns:a16="http://schemas.microsoft.com/office/drawing/2014/main" id="{4A85278B-5C5E-23B4-6854-8315ECCE88D7}"/>
              </a:ext>
            </a:extLst>
          </p:cNvPr>
          <p:cNvSpPr/>
          <p:nvPr/>
        </p:nvSpPr>
        <p:spPr>
          <a:xfrm>
            <a:off x="1716646" y="1525813"/>
            <a:ext cx="1613695" cy="8516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070672E-6128-66F3-27A7-B3A392D74E7C}"/>
              </a:ext>
            </a:extLst>
          </p:cNvPr>
          <p:cNvSpPr/>
          <p:nvPr/>
        </p:nvSpPr>
        <p:spPr>
          <a:xfrm>
            <a:off x="3696101" y="1525813"/>
            <a:ext cx="1613695" cy="8516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18EF47-D1C4-C34A-D871-BE6F1CCAA6D6}"/>
              </a:ext>
            </a:extLst>
          </p:cNvPr>
          <p:cNvSpPr/>
          <p:nvPr/>
        </p:nvSpPr>
        <p:spPr>
          <a:xfrm>
            <a:off x="5682405" y="1525813"/>
            <a:ext cx="1613695" cy="8516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8709708-2BB8-0991-135D-B68CFAEFA450}"/>
              </a:ext>
            </a:extLst>
          </p:cNvPr>
          <p:cNvSpPr/>
          <p:nvPr/>
        </p:nvSpPr>
        <p:spPr>
          <a:xfrm>
            <a:off x="7712157" y="1525813"/>
            <a:ext cx="1613695" cy="8516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808EFA5-98A8-5AD8-B62E-4B93F721B49C}"/>
              </a:ext>
            </a:extLst>
          </p:cNvPr>
          <p:cNvSpPr/>
          <p:nvPr/>
        </p:nvSpPr>
        <p:spPr>
          <a:xfrm>
            <a:off x="1716646" y="2775364"/>
            <a:ext cx="1613695" cy="8516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745E098-365C-A5EB-4D65-761EE6579F76}"/>
              </a:ext>
            </a:extLst>
          </p:cNvPr>
          <p:cNvSpPr/>
          <p:nvPr/>
        </p:nvSpPr>
        <p:spPr>
          <a:xfrm>
            <a:off x="3696101" y="2775364"/>
            <a:ext cx="1613695" cy="8516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7B5D905-E347-24A1-C4A6-DEE4E4B57CAE}"/>
              </a:ext>
            </a:extLst>
          </p:cNvPr>
          <p:cNvSpPr/>
          <p:nvPr/>
        </p:nvSpPr>
        <p:spPr>
          <a:xfrm>
            <a:off x="5682405" y="2775364"/>
            <a:ext cx="1613695" cy="8516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80E4531-3096-F962-A803-29447F80AADA}"/>
              </a:ext>
            </a:extLst>
          </p:cNvPr>
          <p:cNvSpPr/>
          <p:nvPr/>
        </p:nvSpPr>
        <p:spPr>
          <a:xfrm>
            <a:off x="7712157" y="2775364"/>
            <a:ext cx="1613695" cy="8516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F1B2EF9-EE13-C976-A585-FB96DF0DF4A8}"/>
              </a:ext>
            </a:extLst>
          </p:cNvPr>
          <p:cNvSpPr/>
          <p:nvPr/>
        </p:nvSpPr>
        <p:spPr>
          <a:xfrm>
            <a:off x="1716646" y="3993735"/>
            <a:ext cx="1613695" cy="8516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F7C9256-D2F8-7B91-CA3E-42EE23862242}"/>
              </a:ext>
            </a:extLst>
          </p:cNvPr>
          <p:cNvSpPr/>
          <p:nvPr/>
        </p:nvSpPr>
        <p:spPr>
          <a:xfrm>
            <a:off x="3696101" y="3993735"/>
            <a:ext cx="1613695" cy="8516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A543228-3D87-8AF8-FFB7-2BE9DC5A34B1}"/>
              </a:ext>
            </a:extLst>
          </p:cNvPr>
          <p:cNvSpPr/>
          <p:nvPr/>
        </p:nvSpPr>
        <p:spPr>
          <a:xfrm>
            <a:off x="5682405" y="3993735"/>
            <a:ext cx="1613695" cy="8516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C6F54FB-46C4-5907-B39C-22F5B7365CF8}"/>
              </a:ext>
            </a:extLst>
          </p:cNvPr>
          <p:cNvSpPr/>
          <p:nvPr/>
        </p:nvSpPr>
        <p:spPr>
          <a:xfrm>
            <a:off x="7712157" y="3993735"/>
            <a:ext cx="1613695" cy="8516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F003068-3186-3B67-7B21-AF98683024D3}"/>
              </a:ext>
            </a:extLst>
          </p:cNvPr>
          <p:cNvSpPr/>
          <p:nvPr/>
        </p:nvSpPr>
        <p:spPr>
          <a:xfrm>
            <a:off x="1716646" y="5191641"/>
            <a:ext cx="1613695" cy="8516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3CE189E-961C-12B0-5213-12233459E5F7}"/>
              </a:ext>
            </a:extLst>
          </p:cNvPr>
          <p:cNvSpPr/>
          <p:nvPr/>
        </p:nvSpPr>
        <p:spPr>
          <a:xfrm>
            <a:off x="3696101" y="5191641"/>
            <a:ext cx="1613695" cy="8516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3BA2011-59FA-2B19-51A2-8BF2EC543B5F}"/>
              </a:ext>
            </a:extLst>
          </p:cNvPr>
          <p:cNvSpPr/>
          <p:nvPr/>
        </p:nvSpPr>
        <p:spPr>
          <a:xfrm>
            <a:off x="5682405" y="5191641"/>
            <a:ext cx="1613695" cy="8516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176BA56-580C-F05C-640E-E338D311B6FF}"/>
              </a:ext>
            </a:extLst>
          </p:cNvPr>
          <p:cNvSpPr/>
          <p:nvPr/>
        </p:nvSpPr>
        <p:spPr>
          <a:xfrm>
            <a:off x="7712157" y="5191641"/>
            <a:ext cx="1613695" cy="8516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0E23A76-469D-F709-3F88-1AE46BDBCBD9}"/>
              </a:ext>
            </a:extLst>
          </p:cNvPr>
          <p:cNvSpPr txBox="1"/>
          <p:nvPr/>
        </p:nvSpPr>
        <p:spPr>
          <a:xfrm>
            <a:off x="2020561" y="1642081"/>
            <a:ext cx="4267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.jpg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B879AF9-4119-5A3E-E944-92C31DAE2F83}"/>
              </a:ext>
            </a:extLst>
          </p:cNvPr>
          <p:cNvSpPr txBox="1"/>
          <p:nvPr/>
        </p:nvSpPr>
        <p:spPr>
          <a:xfrm>
            <a:off x="2645797" y="1641590"/>
            <a:ext cx="474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.png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7231B82-918C-CD64-3903-E6FDB3EDFFED}"/>
              </a:ext>
            </a:extLst>
          </p:cNvPr>
          <p:cNvSpPr txBox="1"/>
          <p:nvPr/>
        </p:nvSpPr>
        <p:spPr>
          <a:xfrm>
            <a:off x="1796567" y="1937704"/>
            <a:ext cx="15437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pronounciation.mp3</a:t>
            </a: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CA084874-EB68-F498-16DD-93E7CEECFD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8366703"/>
              </p:ext>
            </p:extLst>
          </p:nvPr>
        </p:nvGraphicFramePr>
        <p:xfrm>
          <a:off x="2656430" y="823686"/>
          <a:ext cx="4152692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8173">
                  <a:extLst>
                    <a:ext uri="{9D8B030D-6E8A-4147-A177-3AD203B41FA5}">
                      <a16:colId xmlns:a16="http://schemas.microsoft.com/office/drawing/2014/main" val="775975800"/>
                    </a:ext>
                  </a:extLst>
                </a:gridCol>
                <a:gridCol w="1038173">
                  <a:extLst>
                    <a:ext uri="{9D8B030D-6E8A-4147-A177-3AD203B41FA5}">
                      <a16:colId xmlns:a16="http://schemas.microsoft.com/office/drawing/2014/main" val="2859882136"/>
                    </a:ext>
                  </a:extLst>
                </a:gridCol>
                <a:gridCol w="1038173">
                  <a:extLst>
                    <a:ext uri="{9D8B030D-6E8A-4147-A177-3AD203B41FA5}">
                      <a16:colId xmlns:a16="http://schemas.microsoft.com/office/drawing/2014/main" val="487424312"/>
                    </a:ext>
                  </a:extLst>
                </a:gridCol>
                <a:gridCol w="1038173">
                  <a:extLst>
                    <a:ext uri="{9D8B030D-6E8A-4147-A177-3AD203B41FA5}">
                      <a16:colId xmlns:a16="http://schemas.microsoft.com/office/drawing/2014/main" val="25368317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CN" sz="1200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</a:t>
                      </a:r>
                      <a:r>
                        <a:rPr lang="en-CN" sz="1200" dirty="0">
                          <a:solidFill>
                            <a:schemeClr val="tx1"/>
                          </a:solidFill>
                        </a:rPr>
                        <a:t>anguage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lang="en-CN" sz="1200" dirty="0">
                          <a:solidFill>
                            <a:schemeClr val="tx1"/>
                          </a:solidFill>
                        </a:rPr>
                        <a:t>tart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N" sz="1200" dirty="0">
                          <a:solidFill>
                            <a:schemeClr val="tx1"/>
                          </a:solidFill>
                        </a:rPr>
                        <a:t>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5340716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2A0E599F-C489-6CB1-F150-EB4F88D2AB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6448433"/>
              </p:ext>
            </p:extLst>
          </p:nvPr>
        </p:nvGraphicFramePr>
        <p:xfrm>
          <a:off x="2656428" y="1197468"/>
          <a:ext cx="4794868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717">
                  <a:extLst>
                    <a:ext uri="{9D8B030D-6E8A-4147-A177-3AD203B41FA5}">
                      <a16:colId xmlns:a16="http://schemas.microsoft.com/office/drawing/2014/main" val="775975800"/>
                    </a:ext>
                  </a:extLst>
                </a:gridCol>
                <a:gridCol w="1198717">
                  <a:extLst>
                    <a:ext uri="{9D8B030D-6E8A-4147-A177-3AD203B41FA5}">
                      <a16:colId xmlns:a16="http://schemas.microsoft.com/office/drawing/2014/main" val="2859882136"/>
                    </a:ext>
                  </a:extLst>
                </a:gridCol>
                <a:gridCol w="1198717">
                  <a:extLst>
                    <a:ext uri="{9D8B030D-6E8A-4147-A177-3AD203B41FA5}">
                      <a16:colId xmlns:a16="http://schemas.microsoft.com/office/drawing/2014/main" val="2480661890"/>
                    </a:ext>
                  </a:extLst>
                </a:gridCol>
                <a:gridCol w="1198717">
                  <a:extLst>
                    <a:ext uri="{9D8B030D-6E8A-4147-A177-3AD203B41FA5}">
                      <a16:colId xmlns:a16="http://schemas.microsoft.com/office/drawing/2014/main" val="25368317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CN" sz="1200" dirty="0">
                          <a:solidFill>
                            <a:schemeClr val="tx1"/>
                          </a:solidFill>
                        </a:rPr>
                        <a:t>Spell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N" sz="1200" dirty="0">
                          <a:solidFill>
                            <a:schemeClr val="tx1"/>
                          </a:solidFill>
                        </a:rPr>
                        <a:t>passCount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N" sz="1200" dirty="0">
                          <a:solidFill>
                            <a:schemeClr val="tx1"/>
                          </a:solidFill>
                        </a:rPr>
                        <a:t>ImageNumber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en-CN" sz="1200" dirty="0">
                          <a:solidFill>
                            <a:schemeClr val="tx1"/>
                          </a:solidFill>
                        </a:rPr>
                        <a:t>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53407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8747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2098</TotalTime>
  <Words>22</Words>
  <Application>Microsoft Macintosh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 kaiqi</dc:creator>
  <cp:lastModifiedBy>Fu kaiqi</cp:lastModifiedBy>
  <cp:revision>2</cp:revision>
  <dcterms:created xsi:type="dcterms:W3CDTF">2024-11-29T03:09:02Z</dcterms:created>
  <dcterms:modified xsi:type="dcterms:W3CDTF">2024-12-01T03:04:39Z</dcterms:modified>
</cp:coreProperties>
</file>